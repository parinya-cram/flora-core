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a3e9531-61d3-1202-2eee-2ea987dadcc8}">
          <p14:sldIdLst>
            <p14:sldId id="256"/>
            <p14:sldId id="257"/>
          </p14:sldIdLst>
        </p14:section>
        <p14:section name="Billing on Leaf" id="{f473de77-fdd6-dba0-0921-3b15e0d668ad}">
          <p14:sldIdLst>
            <p14:sldId id="258"/>
            <p14:sldId id="259"/>
            <p14:sldId id="260"/>
          </p14:sldIdLst>
        </p14:section>
        <p14:section name="Templates &amp; Canopy" id="{5589722b-6b50-223b-f85a-f642d37abe51}">
          <p14:sldIdLst>
            <p14:sldId id="261"/>
            <p14:sldId id="262"/>
            <p14:sldId id="263"/>
            <p14:sldId id="264"/>
          </p14:sldIdLst>
        </p14:section>
        <p14:section name="Chart" id="{052db762-85be-98d1-ed5d-819923df4390}">
          <p14:sldIdLst>
            <p14:sldId id="265"/>
            <p14:sldId id="266"/>
            <p14:sldId id="267"/>
          </p14:sldIdLst>
        </p14:section>
        <p14:section name="Support" id="{ef935148-b590-7987-016a-ab9d973a9c7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Leaf and Canopy features for the operating room. Screens are from demo data (synthetic patient D-HL7-001).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data (billing items, templates) lives in Canopy and syncs to Leaf, so the checklist works offline. Orders sync back to Canopy with the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Preselected items from the itemize template are already ticked. Changes save automatically about a second after the last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from chart never removes what was entered; it only adds what the chart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Submitted checklists show as submitted on Canopy. Tapping an item on a locked checklist highlights the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template can be shared by many workflows. Editing a published template makes it a draft; Leafs keep the published copy until it is published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case uses the template of its workflow; a case without a workflow uses the ward's default workflow; with no template the whole master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arrive with each case's sync from the 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billing.manage. Leafs receive changes at their next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Speech-to-text runs on the Leaf; no audio leaves the workstation and no internet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the AI service configured in Canopy. Facts that fit no field are listed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Clinician-entered values are never masked. Undo refuses when the same entry was changed again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guide has the full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guide includes the data reference and the full troubleshooting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7ECE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0A4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7ECE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</a:rPr>
              <a:t>Flora Leaf &amp; Canopy · User Guide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Flora Leaf &amp; Canopy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CEC"/>
                </a:solidFill>
              </a:rPr>
              <a:t>User Guide · OR billing, itemize templates, dictation and chart data quality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</a:rPr>
              <a:t>ESM FLORA PLATFORM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A"/>
                </a:solidFill>
              </a:rPr>
              <a:t>leaf-1.2.8 · canopy-1.2.9  ·  October 2026</a:t>
            </a:r>
            <a:endParaRPr lang="en-US" sz="1200" dirty="0"/>
          </a:p>
        </p:txBody>
      </p:sp>
      <p:sp>
        <p:nvSpPr>
          <p:cNvPr id="6" name="title circle"/>
          <p:cNvSpPr/>
          <p:nvPr/>
        </p:nvSpPr>
        <p:spPr>
          <a:xfrm>
            <a:off x="7406640" y="3520440"/>
            <a:ext cx="1005840" cy="10058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7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925" y="374172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What's new</a:t>
            </a:r>
            <a:endParaRPr lang="en-US" sz="2800" dirty="0"/>
          </a:p>
        </p:txBody>
      </p:sp>
      <p:sp>
        <p:nvSpPr>
          <p:cNvPr id="3" name="OR billing checklist card"/>
          <p:cNvSpPr/>
          <p:nvPr/>
        </p:nvSpPr>
        <p:spPr>
          <a:xfrm>
            <a:off x="457200" y="10515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4" name="OR billing checklist title"/>
          <p:cNvSpPr txBox="1"/>
          <p:nvPr/>
        </p:nvSpPr>
        <p:spPr>
          <a:xfrm>
            <a:off x="1325880" y="1161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 billing checklist</a:t>
            </a:r>
            <a:endParaRPr lang="en-US" sz="1500" dirty="0"/>
          </a:p>
        </p:txBody>
      </p:sp>
      <p:sp>
        <p:nvSpPr>
          <p:cNvPr id="5" name="OR billing checklist text"/>
          <p:cNvSpPr txBox="1"/>
          <p:nvPr/>
        </p:nvSpPr>
        <p:spPr>
          <a:xfrm>
            <a:off x="1325880" y="15087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Leaf → Billing: tick items, quantities, Fill from chart, Submit, Print</a:t>
            </a:r>
            <a:endParaRPr lang="en-US" sz="1250" dirty="0"/>
          </a:p>
        </p:txBody>
      </p:sp>
      <p:sp>
        <p:nvSpPr>
          <p:cNvPr id="6" name="OR billing checklist circle"/>
          <p:cNvSpPr/>
          <p:nvPr/>
        </p:nvSpPr>
        <p:spPr>
          <a:xfrm>
            <a:off x="640080" y="1252728"/>
            <a:ext cx="548640" cy="5486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7" name="OR billing checkli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73429"/>
            <a:ext cx="307238" cy="307238"/>
          </a:xfrm>
          <a:prstGeom prst="rect">
            <a:avLst/>
          </a:prstGeom>
        </p:spPr>
      </p:pic>
      <p:sp>
        <p:nvSpPr>
          <p:cNvPr id="8" name="Itemize templates card"/>
          <p:cNvSpPr/>
          <p:nvPr/>
        </p:nvSpPr>
        <p:spPr>
          <a:xfrm>
            <a:off x="3246120" y="10515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9" name="Itemize templates title"/>
          <p:cNvSpPr txBox="1"/>
          <p:nvPr/>
        </p:nvSpPr>
        <p:spPr>
          <a:xfrm>
            <a:off x="4114800" y="1161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Itemize templates</a:t>
            </a:r>
            <a:endParaRPr lang="en-US" sz="1500" dirty="0"/>
          </a:p>
        </p:txBody>
      </p:sp>
      <p:sp>
        <p:nvSpPr>
          <p:cNvPr id="10" name="Itemize templates text"/>
          <p:cNvSpPr txBox="1"/>
          <p:nvPr/>
        </p:nvSpPr>
        <p:spPr>
          <a:xfrm>
            <a:off x="4114800" y="15087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Workflow Studio: standing-order item lists shared by workflows</a:t>
            </a:r>
            <a:endParaRPr lang="en-US" sz="1250" dirty="0"/>
          </a:p>
        </p:txBody>
      </p:sp>
      <p:sp>
        <p:nvSpPr>
          <p:cNvPr id="11" name="Itemize templates circle"/>
          <p:cNvSpPr/>
          <p:nvPr/>
        </p:nvSpPr>
        <p:spPr>
          <a:xfrm>
            <a:off x="3429000" y="1252728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12" name="Itemize templat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373429"/>
            <a:ext cx="307238" cy="307238"/>
          </a:xfrm>
          <a:prstGeom prst="rect">
            <a:avLst/>
          </a:prstGeom>
        </p:spPr>
      </p:pic>
      <p:sp>
        <p:nvSpPr>
          <p:cNvPr id="13" name="Billing on Canopy card"/>
          <p:cNvSpPr/>
          <p:nvPr/>
        </p:nvSpPr>
        <p:spPr>
          <a:xfrm>
            <a:off x="6035040" y="10515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4" name="Billing on Canopy title"/>
          <p:cNvSpPr txBox="1"/>
          <p:nvPr/>
        </p:nvSpPr>
        <p:spPr>
          <a:xfrm>
            <a:off x="6903720" y="1161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Billing on Canopy</a:t>
            </a:r>
            <a:endParaRPr lang="en-US" sz="1500" dirty="0"/>
          </a:p>
        </p:txBody>
      </p:sp>
      <p:sp>
        <p:nvSpPr>
          <p:cNvPr id="15" name="Billing on Canopy text"/>
          <p:cNvSpPr txBox="1"/>
          <p:nvPr/>
        </p:nvSpPr>
        <p:spPr>
          <a:xfrm>
            <a:off x="6903720" y="15087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Orders from every Leaf, item totals, item master with prices</a:t>
            </a:r>
            <a:endParaRPr lang="en-US" sz="1250" dirty="0"/>
          </a:p>
        </p:txBody>
      </p:sp>
      <p:sp>
        <p:nvSpPr>
          <p:cNvPr id="16" name="Billing on Canopy circle"/>
          <p:cNvSpPr/>
          <p:nvPr/>
        </p:nvSpPr>
        <p:spPr>
          <a:xfrm>
            <a:off x="6217920" y="1252728"/>
            <a:ext cx="548640" cy="5486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17" name="Billing on Canop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373429"/>
            <a:ext cx="307238" cy="307238"/>
          </a:xfrm>
          <a:prstGeom prst="rect">
            <a:avLst/>
          </a:prstGeom>
        </p:spPr>
      </p:pic>
      <p:sp>
        <p:nvSpPr>
          <p:cNvPr id="18" name="Dictation card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9" name="Dictation title"/>
          <p:cNvSpPr txBox="1"/>
          <p:nvPr/>
        </p:nvSpPr>
        <p:spPr>
          <a:xfrm>
            <a:off x="1325880" y="2944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Dictation</a:t>
            </a:r>
            <a:endParaRPr lang="en-US" sz="1500" dirty="0"/>
          </a:p>
        </p:txBody>
      </p:sp>
      <p:sp>
        <p:nvSpPr>
          <p:cNvPr id="20" name="Dictation text"/>
          <p:cNvSpPr txBox="1"/>
          <p:nvPr/>
        </p:nvSpPr>
        <p:spPr>
          <a:xfrm>
            <a:off x="132588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Offline speech-to-text; AI fills form fields for review</a:t>
            </a:r>
            <a:endParaRPr lang="en-US" sz="1250" dirty="0"/>
          </a:p>
        </p:txBody>
      </p:sp>
      <p:sp>
        <p:nvSpPr>
          <p:cNvPr id="21" name="Dictation circle"/>
          <p:cNvSpPr/>
          <p:nvPr/>
        </p:nvSpPr>
        <p:spPr>
          <a:xfrm>
            <a:off x="640080" y="3035808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22" name="Dictat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156509"/>
            <a:ext cx="307238" cy="307238"/>
          </a:xfrm>
          <a:prstGeom prst="rect">
            <a:avLst/>
          </a:prstGeom>
        </p:spPr>
      </p:pic>
      <p:sp>
        <p:nvSpPr>
          <p:cNvPr id="23" name="Invalid device data card"/>
          <p:cNvSpPr/>
          <p:nvPr/>
        </p:nvSpPr>
        <p:spPr>
          <a:xfrm>
            <a:off x="324612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4" name="Invalid device data title"/>
          <p:cNvSpPr txBox="1"/>
          <p:nvPr/>
        </p:nvSpPr>
        <p:spPr>
          <a:xfrm>
            <a:off x="4114800" y="2944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Invalid device data</a:t>
            </a:r>
            <a:endParaRPr lang="en-US" sz="1500" dirty="0"/>
          </a:p>
        </p:txBody>
      </p:sp>
      <p:sp>
        <p:nvSpPr>
          <p:cNvPr id="25" name="Invalid device data text"/>
          <p:cNvSpPr txBox="1"/>
          <p:nvPr/>
        </p:nvSpPr>
        <p:spPr>
          <a:xfrm>
            <a:off x="411480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Mask artifacts; excluded from graph and reports</a:t>
            </a:r>
            <a:endParaRPr lang="en-US" sz="1250" dirty="0"/>
          </a:p>
        </p:txBody>
      </p:sp>
      <p:sp>
        <p:nvSpPr>
          <p:cNvPr id="26" name="Invalid device data circle"/>
          <p:cNvSpPr/>
          <p:nvPr/>
        </p:nvSpPr>
        <p:spPr>
          <a:xfrm>
            <a:off x="3429000" y="3035808"/>
            <a:ext cx="548640" cy="5486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27" name="Invalid device data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701" y="3156509"/>
            <a:ext cx="307238" cy="307238"/>
          </a:xfrm>
          <a:prstGeom prst="rect">
            <a:avLst/>
          </a:prstGeom>
        </p:spPr>
      </p:pic>
      <p:sp>
        <p:nvSpPr>
          <p:cNvPr id="28" name="Undo card"/>
          <p:cNvSpPr/>
          <p:nvPr/>
        </p:nvSpPr>
        <p:spPr>
          <a:xfrm>
            <a:off x="603504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9" name="Undo title"/>
          <p:cNvSpPr txBox="1"/>
          <p:nvPr/>
        </p:nvSpPr>
        <p:spPr>
          <a:xfrm>
            <a:off x="6903720" y="2944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Undo</a:t>
            </a:r>
            <a:endParaRPr lang="en-US" sz="1500" dirty="0"/>
          </a:p>
        </p:txBody>
      </p:sp>
      <p:sp>
        <p:nvSpPr>
          <p:cNvPr id="30" name="Undo text"/>
          <p:cNvSpPr txBox="1"/>
          <p:nvPr/>
        </p:nvSpPr>
        <p:spPr>
          <a:xfrm>
            <a:off x="690372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Revert your last chart change with ↶ or Ctrl/⌘+Z</a:t>
            </a:r>
            <a:endParaRPr lang="en-US" sz="1250" dirty="0"/>
          </a:p>
        </p:txBody>
      </p:sp>
      <p:sp>
        <p:nvSpPr>
          <p:cNvPr id="31" name="Undo circle"/>
          <p:cNvSpPr/>
          <p:nvPr/>
        </p:nvSpPr>
        <p:spPr>
          <a:xfrm>
            <a:off x="6217920" y="3035808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32" name="Undo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156509"/>
            <a:ext cx="307238" cy="3072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Billing checklist</a:t>
            </a:r>
            <a:endParaRPr lang="en-US" sz="2800" dirty="0"/>
          </a:p>
        </p:txBody>
      </p:sp>
      <p:sp>
        <p:nvSpPr>
          <p:cNvPr id="3" name="Billing checklist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Billing checklist screen" descr="Billing check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Open the case, then Billing in the left menu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6733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618488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Tap a name to tick it; tap again for +1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386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331720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Tap the box to untick; type in Qty to set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0998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044952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Blue I/O ×n: charted in I/O; tap to add</a:t>
            </a:r>
            <a:endParaRPr lang="en-US" sz="1250" dirty="0"/>
          </a:p>
        </p:txBody>
      </p:sp>
      <p:sp>
        <p:nvSpPr>
          <p:cNvPr id="17" name="step 5"/>
          <p:cNvSpPr/>
          <p:nvPr/>
        </p:nvSpPr>
        <p:spPr>
          <a:xfrm>
            <a:off x="6400800" y="3813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758184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+ Other adds a free-text line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Fill from chart</a:t>
            </a:r>
            <a:endParaRPr lang="en-US" sz="2800" dirty="0"/>
          </a:p>
        </p:txBody>
      </p:sp>
      <p:sp>
        <p:nvSpPr>
          <p:cNvPr id="3" name="Fill from chart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Fill from chart screen" descr="Fill from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Anesthesia and surgery times from events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8288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739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Surgeon, anesthesiologist, nurses from Staff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6974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64261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Technique from Forms → Case &amp; Plan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56616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51129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Drugs charted in I/O (items outside the template go to Additional items)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Submit, reopen and print</a:t>
            </a:r>
            <a:endParaRPr lang="en-US" sz="2800" dirty="0"/>
          </a:p>
        </p:txBody>
      </p:sp>
      <p:pic>
        <p:nvPicPr>
          <p:cNvPr id="3" name="submitted banner" descr="/Users/soup/Desktop/ai/SmartCIS/flora-core/docs/manuals/leaf-canopy/screens/L05-billing-submit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2400300"/>
          </a:xfrm>
          <a:prstGeom prst="rect">
            <a:avLst/>
          </a:prstGeom>
        </p:spPr>
      </p:pic>
      <p:pic>
        <p:nvPicPr>
          <p:cNvPr id="4" name="print sheet" descr="/Users/soup/Desktop/ai/SmartCIS/flora-core/docs/manuals/leaf-canopy/screens/L04-billing-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51860"/>
            <a:ext cx="3460459" cy="1028700"/>
          </a:xfrm>
          <a:prstGeom prst="rect">
            <a:avLst/>
          </a:prstGeom>
        </p:spPr>
      </p:pic>
      <p:sp>
        <p:nvSpPr>
          <p:cNvPr id="5" name="Workflow card"/>
          <p:cNvSpPr/>
          <p:nvPr/>
        </p:nvSpPr>
        <p:spPr>
          <a:xfrm>
            <a:off x="4191979" y="3451860"/>
            <a:ext cx="4494821" cy="1028700"/>
          </a:xfrm>
          <a:prstGeom prst="roundRect">
            <a:avLst>
              <a:gd name="adj" fmla="val 7111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6" name="Workflow title"/>
          <p:cNvSpPr txBox="1"/>
          <p:nvPr/>
        </p:nvSpPr>
        <p:spPr>
          <a:xfrm>
            <a:off x="4356571" y="3561588"/>
            <a:ext cx="4193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Workflow</a:t>
            </a:r>
            <a:endParaRPr lang="en-US" sz="1400" dirty="0"/>
          </a:p>
        </p:txBody>
      </p:sp>
      <p:sp>
        <p:nvSpPr>
          <p:cNvPr id="7" name="Workflow text"/>
          <p:cNvSpPr txBox="1"/>
          <p:nvPr/>
        </p:nvSpPr>
        <p:spPr>
          <a:xfrm>
            <a:off x="4356571" y="3909060"/>
            <a:ext cx="41930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Submit locks the checklist for billing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Reopen to change, then Submit again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Print gives the A4 paper layout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Itemize templates</a:t>
            </a:r>
            <a:endParaRPr lang="en-US" sz="2800" dirty="0"/>
          </a:p>
        </p:txBody>
      </p:sp>
      <p:sp>
        <p:nvSpPr>
          <p:cNvPr id="3" name="Itemize templates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Itemize templates screen" descr="Itemize templ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Workflow Studio → Itemize templates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6733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618488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Add groups, or copy a master group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386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331720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Add items; order with ↑ ↓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0998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044952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Default qty and Preselect per item</a:t>
            </a:r>
            <a:endParaRPr lang="en-US" sz="1250" dirty="0"/>
          </a:p>
        </p:txBody>
      </p:sp>
      <p:sp>
        <p:nvSpPr>
          <p:cNvPr id="17" name="step 5"/>
          <p:cNvSpPr/>
          <p:nvPr/>
        </p:nvSpPr>
        <p:spPr>
          <a:xfrm>
            <a:off x="6400800" y="3813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758184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Save draft → Publish (validated)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Link a template to workflows</a:t>
            </a:r>
            <a:endParaRPr lang="en-US" sz="2800" dirty="0"/>
          </a:p>
        </p:txBody>
      </p:sp>
      <p:sp>
        <p:nvSpPr>
          <p:cNvPr id="3" name="Link a template to workflows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Link a template to workflows screen" descr="Link a template to workfl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Open a workflow → Billing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7830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282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Pick the itemize template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606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5511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Publish the workflow (its template must be published)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4290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3741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Leafs in its wards get it at the next sync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Billing orders on Canopy</a:t>
            </a:r>
            <a:endParaRPr lang="en-US" sz="2800" dirty="0"/>
          </a:p>
        </p:txBody>
      </p:sp>
      <p:sp>
        <p:nvSpPr>
          <p:cNvPr id="3" name="Billing orders on Canopy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Billing orders on Canopy screen" descr="Billing orders on Cano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Canopy → Billing → Orders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7830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282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Filter by date, status, HN / AN / name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606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5511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Select a row for its lines; Print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4290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3741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Item totals over the filtered cases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Item master</a:t>
            </a:r>
            <a:endParaRPr lang="en-US" sz="2800" dirty="0"/>
          </a:p>
        </p:txBody>
      </p:sp>
      <p:sp>
        <p:nvSpPr>
          <p:cNvPr id="3" name="Item master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Item master screen" descr="Item ma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Canopy → Billing → Item master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7830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282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Set charge code and price per item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606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5511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I/O link enables I/O hints on the Leaf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4290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3741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Untick Active to hide an item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Dictation: event notes</a:t>
            </a:r>
            <a:endParaRPr lang="en-US" sz="2800" dirty="0"/>
          </a:p>
        </p:txBody>
      </p:sp>
      <p:sp>
        <p:nvSpPr>
          <p:cNvPr id="3" name="Dictation: event notes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Dictation: event notes screen" descr="Dictation: event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Chart → Add entry → Note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7830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282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Choose ไทย / EN / Auto, press Speak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606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5511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Text appears live; final text after each pause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4290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3741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Stop, check, Save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Dictation: fill a form</a:t>
            </a:r>
            <a:endParaRPr lang="en-US" sz="2800" dirty="0"/>
          </a:p>
        </p:txBody>
      </p:sp>
      <p:sp>
        <p:nvSpPr>
          <p:cNvPr id="3" name="Dictation: fill a form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Dictation: fill a form screen" descr="Dictation: fill a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Forms → Dictation (next to Save)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7830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282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Speak the findings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606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5511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Stop &amp; fill: AI proposes field values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4290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3741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Review, Fill, then Save as usual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Invalid device data and undo</a:t>
            </a:r>
            <a:endParaRPr lang="en-US" sz="2800" dirty="0"/>
          </a:p>
        </p:txBody>
      </p:sp>
      <p:sp>
        <p:nvSpPr>
          <p:cNvPr id="3" name="Invalid device data and undo frame"/>
          <p:cNvSpPr/>
          <p:nvPr/>
        </p:nvSpPr>
        <p:spPr>
          <a:xfrm>
            <a:off x="411480" y="896112"/>
            <a:ext cx="5760720" cy="3634740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9525">
            <a:solidFill>
              <a:srgbClr val="C9D5D8"/>
            </a:solidFill>
            <a:prstDash val="solid"/>
          </a:ln>
        </p:spPr>
      </p:sp>
      <p:pic>
        <p:nvPicPr>
          <p:cNvPr id="4" name="Invalid device data and undo screen" descr="Invalid device data and u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5669280" cy="3543300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6400800" y="960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9052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Select a value → ⊘ Invalid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6400800" y="17830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282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⊘ Range, then another cell: mask a range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6400800" y="2606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5511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Valid restores; graph and reports skip masked values</a:t>
            </a:r>
            <a:endParaRPr lang="en-US" sz="1250" dirty="0"/>
          </a:p>
        </p:txBody>
      </p:sp>
      <p:sp>
        <p:nvSpPr>
          <p:cNvPr id="14" name="step 4"/>
          <p:cNvSpPr/>
          <p:nvPr/>
        </p:nvSpPr>
        <p:spPr>
          <a:xfrm>
            <a:off x="6400800" y="34290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3741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↶ Undo or Ctrl/⌘+Z reverts your last chart change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Troubleshooting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shows “not found”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on an older release; it updates after the case closes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cannot be ticked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submitted: Reopen, change, Submit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master instead of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and publish the template in the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I/O badges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I/O link in Canopy item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shows 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prices in the item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service not 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the Leaf services (leaf-stt)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Microphone denied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the microphone for Flora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 still in graph after masking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the other channel (e.g. PR) too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Further reading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CEC"/>
                </a:solidFill>
              </a:rPr>
              <a:t>Flora-Leaf-Canopy-User-Guide.docx · docs/BILLING.md · docs/STUDY-CPOE-SNOMED.md · Flora Gateway User Manual</a:t>
            </a:r>
            <a:endParaRPr lang="en-US" sz="1800" dirty="0"/>
          </a:p>
        </p:txBody>
      </p:sp>
      <p:sp>
        <p:nvSpPr>
          <p:cNvPr id="4" name="reading circle"/>
          <p:cNvSpPr/>
          <p:nvPr/>
        </p:nvSpPr>
        <p:spPr>
          <a:xfrm>
            <a:off x="7406640" y="3520440"/>
            <a:ext cx="1005840" cy="10058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5" name="read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925" y="374172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lora Leaf &amp; Canopy">
  <a:themeElements>
    <a:clrScheme name="Flora Leaf &amp; Canopy">
      <a:dk1>
        <a:srgbClr val="1B2A33"/>
      </a:dk1>
      <a:lt1>
        <a:srgbClr val="FFFFFF"/>
      </a:lt1>
      <a:dk2>
        <a:srgbClr val="0A4F54"/>
      </a:dk2>
      <a:lt2>
        <a:srgbClr val="EEF3F4"/>
      </a:lt2>
      <a:accent1>
        <a:srgbClr val="0F6E74"/>
      </a:accent1>
      <a:accent2>
        <a:srgbClr val="E8A33D"/>
      </a:accent2>
      <a:accent3>
        <a:srgbClr val="3D5A80"/>
      </a:accent3>
      <a:accent4>
        <a:srgbClr val="B5525C"/>
      </a:accent4>
      <a:accent5>
        <a:srgbClr val="4A5A66"/>
      </a:accent5>
      <a:accent6>
        <a:srgbClr val="7FA65A"/>
      </a:accent6>
      <a:hlink>
        <a:srgbClr val="0F6E74"/>
      </a:hlink>
      <a:folHlink>
        <a:srgbClr val="4A5A66"/>
      </a:folHlink>
    </a:clrScheme>
    <a:fontScheme name="Flora Leaf &amp; Canop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ESM Flora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 Leaf &amp; Canopy User Guide</dc:title>
  <dc:subject>PptxGenJS Presentation</dc:subject>
  <dc:creator>ESM Flora</dc:creator>
  <cp:lastModifiedBy>ESM Flora</cp:lastModifiedBy>
  <cp:revision>1</cp:revision>
  <dcterms:created xsi:type="dcterms:W3CDTF">2026-10-13T14:22:11Z</dcterms:created>
  <dcterms:modified xsi:type="dcterms:W3CDTF">2026-10-13T14:22:11Z</dcterms:modified>
</cp:coreProperties>
</file>